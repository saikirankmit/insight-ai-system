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InsightAI Report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C2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Dataset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Charts: 1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5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2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Bar Chart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bar | Rows: 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sample insight for the chart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8229600" cy="41148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1028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27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2779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January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5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150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B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February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B14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120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March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C2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Report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11/3/2026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2026-03-11T06:54:30Z</dcterms:created>
  <dcterms:modified xsi:type="dcterms:W3CDTF">2026-03-11T06:54:30Z</dcterms:modified>
</cp:coreProperties>
</file>