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InsightAI Report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C2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Nykaa Digital Marketing Analysis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Visualizations: 3 | Generated: 11/3/2026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0" y="228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C2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2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Duration by Campaign ID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 | 8 Data Points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charts display campaign durations across different IDs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8288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NY-CMP-1000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1732359"/>
            <a:ext cx="6126480" cy="172879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10" name="Shape 8"/>
          <p:cNvSpPr/>
          <p:nvPr/>
        </p:nvSpPr>
        <p:spPr>
          <a:xfrm>
            <a:off x="2377440" y="1732359"/>
            <a:ext cx="4948311" cy="172879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11" name="Text 9"/>
          <p:cNvSpPr/>
          <p:nvPr/>
        </p:nvSpPr>
        <p:spPr>
          <a:xfrm>
            <a:off x="7371471" y="1645920"/>
            <a:ext cx="4572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1991678"/>
            <a:ext cx="18288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NY-CMP-1001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2078117"/>
            <a:ext cx="6126480" cy="172879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14" name="Shape 12"/>
          <p:cNvSpPr/>
          <p:nvPr/>
        </p:nvSpPr>
        <p:spPr>
          <a:xfrm>
            <a:off x="2377440" y="2078117"/>
            <a:ext cx="4241409" cy="172879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15" name="Text 13"/>
          <p:cNvSpPr/>
          <p:nvPr/>
        </p:nvSpPr>
        <p:spPr>
          <a:xfrm>
            <a:off x="6664569" y="1991678"/>
            <a:ext cx="4572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2337435"/>
            <a:ext cx="18288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NY-CMP-1002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77440" y="2423874"/>
            <a:ext cx="6126480" cy="172879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18" name="Shape 16"/>
          <p:cNvSpPr/>
          <p:nvPr/>
        </p:nvSpPr>
        <p:spPr>
          <a:xfrm>
            <a:off x="2377440" y="2423874"/>
            <a:ext cx="5419578" cy="172879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19" name="Text 17"/>
          <p:cNvSpPr/>
          <p:nvPr/>
        </p:nvSpPr>
        <p:spPr>
          <a:xfrm>
            <a:off x="7842738" y="2337435"/>
            <a:ext cx="4572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" y="2683193"/>
            <a:ext cx="18288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NY-CMP-1003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77440" y="2769632"/>
            <a:ext cx="6126480" cy="172879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22" name="Shape 20"/>
          <p:cNvSpPr/>
          <p:nvPr/>
        </p:nvSpPr>
        <p:spPr>
          <a:xfrm>
            <a:off x="2377440" y="2769632"/>
            <a:ext cx="4241409" cy="172879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23" name="Text 21"/>
          <p:cNvSpPr/>
          <p:nvPr/>
        </p:nvSpPr>
        <p:spPr>
          <a:xfrm>
            <a:off x="6664569" y="2683193"/>
            <a:ext cx="4572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3028950"/>
            <a:ext cx="18288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NY-CMP-1004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77440" y="3115389"/>
            <a:ext cx="6126480" cy="172879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26" name="Shape 24"/>
          <p:cNvSpPr/>
          <p:nvPr/>
        </p:nvSpPr>
        <p:spPr>
          <a:xfrm>
            <a:off x="2377440" y="3115389"/>
            <a:ext cx="2356338" cy="172879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27" name="Text 25"/>
          <p:cNvSpPr/>
          <p:nvPr/>
        </p:nvSpPr>
        <p:spPr>
          <a:xfrm>
            <a:off x="4779498" y="3028950"/>
            <a:ext cx="4572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3374708"/>
            <a:ext cx="18288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NY-CMP-1005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77440" y="3461147"/>
            <a:ext cx="6126480" cy="172879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30" name="Shape 28"/>
          <p:cNvSpPr/>
          <p:nvPr/>
        </p:nvSpPr>
        <p:spPr>
          <a:xfrm>
            <a:off x="2377440" y="3461147"/>
            <a:ext cx="6126480" cy="172879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31" name="Text 29"/>
          <p:cNvSpPr/>
          <p:nvPr/>
        </p:nvSpPr>
        <p:spPr>
          <a:xfrm>
            <a:off x="8549640" y="3374708"/>
            <a:ext cx="4572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720465"/>
            <a:ext cx="18288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NY-CMP-1006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377440" y="3806904"/>
            <a:ext cx="6126480" cy="172879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34" name="Shape 32"/>
          <p:cNvSpPr/>
          <p:nvPr/>
        </p:nvSpPr>
        <p:spPr>
          <a:xfrm>
            <a:off x="2377440" y="3806904"/>
            <a:ext cx="4948311" cy="172879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35" name="Text 33"/>
          <p:cNvSpPr/>
          <p:nvPr/>
        </p:nvSpPr>
        <p:spPr>
          <a:xfrm>
            <a:off x="7371471" y="3720465"/>
            <a:ext cx="4572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57200" y="4066223"/>
            <a:ext cx="18288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NY-CMP-1007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77440" y="4152662"/>
            <a:ext cx="6126480" cy="172879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38" name="Shape 36"/>
          <p:cNvSpPr/>
          <p:nvPr/>
        </p:nvSpPr>
        <p:spPr>
          <a:xfrm>
            <a:off x="2377440" y="4152662"/>
            <a:ext cx="1413803" cy="172879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39" name="Text 37"/>
          <p:cNvSpPr/>
          <p:nvPr/>
        </p:nvSpPr>
        <p:spPr>
          <a:xfrm>
            <a:off x="3836963" y="4066223"/>
            <a:ext cx="457200" cy="3457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0" y="228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C2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2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Performance Trend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 | 7 Data Points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chart showing performance metrics trending over time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0" cy="2857500"/>
          </a:xfrm>
          <a:prstGeom prst="line">
            <a:avLst/>
          </a:prstGeom>
          <a:noFill/>
          <a:ln w="12700">
            <a:solidFill>
              <a:srgbClr val="0F15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4594860"/>
            <a:ext cx="182880" cy="182880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4686300"/>
            <a:ext cx="1371600" cy="-668528"/>
          </a:xfrm>
          <a:prstGeom prst="line">
            <a:avLst/>
          </a:prstGeom>
          <a:noFill/>
          <a:ln w="25400">
            <a:solidFill>
              <a:srgbClr val="FF6B9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1828800"/>
            <a:ext cx="0" cy="2857500"/>
          </a:xfrm>
          <a:prstGeom prst="line">
            <a:avLst/>
          </a:prstGeom>
          <a:noFill/>
          <a:ln w="12700">
            <a:solidFill>
              <a:srgbClr val="0F15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3926332"/>
            <a:ext cx="182880" cy="182880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13" name="Shape 11"/>
          <p:cNvSpPr/>
          <p:nvPr/>
        </p:nvSpPr>
        <p:spPr>
          <a:xfrm>
            <a:off x="1828800" y="4017772"/>
            <a:ext cx="1371600" cy="382016"/>
          </a:xfrm>
          <a:prstGeom prst="line">
            <a:avLst/>
          </a:prstGeom>
          <a:noFill/>
          <a:ln w="25400">
            <a:solidFill>
              <a:srgbClr val="FF6B9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1828800"/>
            <a:ext cx="0" cy="2857500"/>
          </a:xfrm>
          <a:prstGeom prst="line">
            <a:avLst/>
          </a:prstGeom>
          <a:noFill/>
          <a:ln w="12700">
            <a:solidFill>
              <a:srgbClr val="0F152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4308348"/>
            <a:ext cx="182880" cy="182880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4399788"/>
            <a:ext cx="1371600" cy="-1241552"/>
          </a:xfrm>
          <a:prstGeom prst="line">
            <a:avLst/>
          </a:prstGeom>
          <a:noFill/>
          <a:ln w="25400">
            <a:solidFill>
              <a:srgbClr val="FF6B9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1828800"/>
            <a:ext cx="0" cy="2857500"/>
          </a:xfrm>
          <a:prstGeom prst="line">
            <a:avLst/>
          </a:prstGeom>
          <a:noFill/>
          <a:ln w="12700">
            <a:solidFill>
              <a:srgbClr val="0F152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3066796"/>
            <a:ext cx="182880" cy="182880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0" y="3158236"/>
            <a:ext cx="1371600" cy="573024"/>
          </a:xfrm>
          <a:prstGeom prst="line">
            <a:avLst/>
          </a:prstGeom>
          <a:noFill/>
          <a:ln w="25400">
            <a:solidFill>
              <a:srgbClr val="FF6B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0" y="1828800"/>
            <a:ext cx="0" cy="2857500"/>
          </a:xfrm>
          <a:prstGeom prst="line">
            <a:avLst/>
          </a:prstGeom>
          <a:noFill/>
          <a:ln w="12700">
            <a:solidFill>
              <a:srgbClr val="0F152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52160" y="3639820"/>
            <a:ext cx="182880" cy="182880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0" y="3731260"/>
            <a:ext cx="1371600" cy="-1241552"/>
          </a:xfrm>
          <a:prstGeom prst="line">
            <a:avLst/>
          </a:prstGeom>
          <a:noFill/>
          <a:ln w="25400">
            <a:solidFill>
              <a:srgbClr val="FF6B9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1828800"/>
            <a:ext cx="0" cy="2857500"/>
          </a:xfrm>
          <a:prstGeom prst="line">
            <a:avLst/>
          </a:prstGeom>
          <a:noFill/>
          <a:ln w="12700">
            <a:solidFill>
              <a:srgbClr val="0F152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2398268"/>
            <a:ext cx="182880" cy="182880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0" y="2489708"/>
            <a:ext cx="1371600" cy="-382016"/>
          </a:xfrm>
          <a:prstGeom prst="line">
            <a:avLst/>
          </a:prstGeom>
          <a:noFill/>
          <a:ln w="25400">
            <a:solidFill>
              <a:srgbClr val="FF6B9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0" y="1828800"/>
            <a:ext cx="0" cy="2857500"/>
          </a:xfrm>
          <a:prstGeom prst="line">
            <a:avLst/>
          </a:prstGeom>
          <a:noFill/>
          <a:ln w="12700">
            <a:solidFill>
              <a:srgbClr val="0F152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95360" y="2016252"/>
            <a:ext cx="182880" cy="182880"/>
          </a:xfrm>
          <a:prstGeom prst="ellipse">
            <a:avLst/>
          </a:prstGeom>
          <a:solidFill>
            <a:srgbClr val="FC277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9606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Min: 45 | Max: 72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0" y="2286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C2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C2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Distribution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 Chart | 5 Data Points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 chart showing budget allocation across different channels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1645920"/>
            <a:ext cx="274320" cy="274320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657600" cy="18288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11" name="Shape 9"/>
          <p:cNvSpPr/>
          <p:nvPr/>
        </p:nvSpPr>
        <p:spPr>
          <a:xfrm>
            <a:off x="4297680" y="1691640"/>
            <a:ext cx="1280160" cy="182880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645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194560"/>
            <a:ext cx="274320" cy="27432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194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2240280"/>
            <a:ext cx="3657600" cy="18288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16" name="Shape 14"/>
          <p:cNvSpPr/>
          <p:nvPr/>
        </p:nvSpPr>
        <p:spPr>
          <a:xfrm>
            <a:off x="4297680" y="2240280"/>
            <a:ext cx="914400" cy="18288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21945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25.0%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2743200"/>
            <a:ext cx="274320" cy="274320"/>
          </a:xfrm>
          <a:prstGeom prst="rect">
            <a:avLst/>
          </a:prstGeom>
          <a:solidFill>
            <a:srgbClr val="FFB0D1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2788920"/>
            <a:ext cx="3657600" cy="18288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0" y="2788920"/>
            <a:ext cx="731520" cy="182880"/>
          </a:xfrm>
          <a:prstGeom prst="rect">
            <a:avLst/>
          </a:prstGeom>
          <a:solidFill>
            <a:srgbClr val="FFB0D1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2743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20.0%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14400" y="3291840"/>
            <a:ext cx="274320" cy="274320"/>
          </a:xfrm>
          <a:prstGeom prst="rect">
            <a:avLst/>
          </a:prstGeom>
          <a:solidFill>
            <a:srgbClr val="FF85B4"/>
          </a:solidFill>
          <a:ln/>
        </p:spPr>
      </p:sp>
      <p:sp>
        <p:nvSpPr>
          <p:cNvPr id="24" name="Text 22"/>
          <p:cNvSpPr/>
          <p:nvPr/>
        </p:nvSpPr>
        <p:spPr>
          <a:xfrm>
            <a:off x="137160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0" y="3337560"/>
            <a:ext cx="3657600" cy="18288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26" name="Shape 24"/>
          <p:cNvSpPr/>
          <p:nvPr/>
        </p:nvSpPr>
        <p:spPr>
          <a:xfrm>
            <a:off x="4297680" y="3337560"/>
            <a:ext cx="548640" cy="182880"/>
          </a:xfrm>
          <a:prstGeom prst="rect">
            <a:avLst/>
          </a:prstGeom>
          <a:solidFill>
            <a:srgbClr val="FF85B4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3291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3840480"/>
            <a:ext cx="274320" cy="274320"/>
          </a:xfrm>
          <a:prstGeom prst="rect">
            <a:avLst/>
          </a:prstGeom>
          <a:solidFill>
            <a:srgbClr val="FFB8D9"/>
          </a:solidFill>
          <a:ln/>
        </p:spPr>
      </p:sp>
      <p:sp>
        <p:nvSpPr>
          <p:cNvPr id="29" name="Text 27"/>
          <p:cNvSpPr/>
          <p:nvPr/>
        </p:nvSpPr>
        <p:spPr>
          <a:xfrm>
            <a:off x="137160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297680" y="3886200"/>
            <a:ext cx="3657600" cy="18288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31" name="Shape 29"/>
          <p:cNvSpPr/>
          <p:nvPr/>
        </p:nvSpPr>
        <p:spPr>
          <a:xfrm>
            <a:off x="4297680" y="3886200"/>
            <a:ext cx="182880" cy="182880"/>
          </a:xfrm>
          <a:prstGeom prst="rect">
            <a:avLst/>
          </a:prstGeom>
          <a:solidFill>
            <a:srgbClr val="FFB8D9"/>
          </a:solidFill>
          <a:ln/>
        </p:spPr>
      </p:sp>
      <p:sp>
        <p:nvSpPr>
          <p:cNvPr id="32" name="Text 30"/>
          <p:cNvSpPr/>
          <p:nvPr/>
        </p:nvSpPr>
        <p:spPr>
          <a:xfrm>
            <a:off x="7955280" y="38404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FC277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C27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of Report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11/3/2026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InsightAI V3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2026-03-11T07:03:39Z</dcterms:created>
  <dcterms:modified xsi:type="dcterms:W3CDTF">2026-03-11T07:03:39Z</dcterms:modified>
</cp:coreProperties>
</file>